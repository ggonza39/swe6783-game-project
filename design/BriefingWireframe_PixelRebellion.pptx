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16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top_down_pixel_art_nighttime_stealth_bas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82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6101C">
              <a:alpha val="8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676656"/>
            <a:ext cx="11658600" cy="0"/>
          </a:xfrm>
          <a:prstGeom prst="line">
            <a:avLst/>
          </a:prstGeom>
          <a:noFill/>
          <a:ln w="12700">
            <a:solidFill>
              <a:srgbClr val="15BDF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329184" y="100584"/>
            <a:ext cx="51206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6C6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PIXEL REBELLION: SHADOW PROTOCOL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29184" y="265176"/>
            <a:ext cx="42976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D8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BRIEFING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393192" y="950976"/>
            <a:ext cx="5669280" cy="3346704"/>
          </a:xfrm>
          <a:prstGeom prst="roundRect">
            <a:avLst>
              <a:gd name="adj" fmla="val 1639"/>
            </a:avLst>
          </a:prstGeom>
          <a:solidFill>
            <a:srgbClr val="0A1E32">
              <a:alpha val="93000"/>
            </a:srgbClr>
          </a:solidFill>
          <a:ln w="15240">
            <a:solidFill>
              <a:srgbClr val="15BDF5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09360" y="950976"/>
            <a:ext cx="5468112" cy="3346704"/>
          </a:xfrm>
          <a:prstGeom prst="roundRect">
            <a:avLst>
              <a:gd name="adj" fmla="val 1639"/>
            </a:avLst>
          </a:prstGeom>
          <a:solidFill>
            <a:srgbClr val="0A1E32">
              <a:alpha val="93000"/>
            </a:srgbClr>
          </a:solidFill>
          <a:ln w="15240">
            <a:solidFill>
              <a:srgbClr val="15BDF5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93192" y="4517136"/>
            <a:ext cx="8010144" cy="1572768"/>
          </a:xfrm>
          <a:prstGeom prst="roundRect">
            <a:avLst>
              <a:gd name="adj" fmla="val 3488"/>
            </a:avLst>
          </a:prstGeom>
          <a:solidFill>
            <a:srgbClr val="160D14">
              <a:alpha val="92000"/>
            </a:srgbClr>
          </a:solidFill>
          <a:ln w="15240">
            <a:solidFill>
              <a:srgbClr val="FF4B55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732520" y="4517136"/>
            <a:ext cx="3044952" cy="1572768"/>
          </a:xfrm>
          <a:prstGeom prst="roundRect">
            <a:avLst>
              <a:gd name="adj" fmla="val 3488"/>
            </a:avLst>
          </a:prstGeom>
          <a:solidFill>
            <a:srgbClr val="15170A">
              <a:alpha val="92000"/>
            </a:srgbClr>
          </a:solidFill>
          <a:ln w="15240">
            <a:solidFill>
              <a:srgbClr val="FFD82E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30352" y="1097280"/>
            <a:ext cx="73152" cy="3008376"/>
          </a:xfrm>
          <a:prstGeom prst="rect">
            <a:avLst/>
          </a:prstGeom>
          <a:solidFill>
            <a:srgbClr val="15BDF5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31520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B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1481328"/>
            <a:ext cx="4983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a rebel operative infiltrating a secure facility. Move through the level, collect the required evidence, avoid guards and cameras, and reach extraction without being detected.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31520" y="2432304"/>
            <a:ext cx="4983480" cy="0"/>
          </a:xfrm>
          <a:prstGeom prst="line">
            <a:avLst/>
          </a:prstGeom>
          <a:noFill/>
          <a:ln w="12700">
            <a:solidFill>
              <a:srgbClr val="3150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1520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D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49808" y="2999232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D82E"/>
          </a:solidFill>
          <a:ln w="10160">
            <a:solidFill>
              <a:srgbClr val="FFD8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49808" y="3008376"/>
            <a:ext cx="21031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1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990088"/>
            <a:ext cx="4297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Navigate the facility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749808" y="3282696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D82E"/>
          </a:solidFill>
          <a:ln w="10160">
            <a:solidFill>
              <a:srgbClr val="FFD8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49808" y="3291840"/>
            <a:ext cx="21031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1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" y="3273552"/>
            <a:ext cx="4297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required evidence</a:t>
            </a:r>
            <a:endParaRPr lang="en-US" sz="1280" dirty="0"/>
          </a:p>
        </p:txBody>
      </p:sp>
      <p:sp>
        <p:nvSpPr>
          <p:cNvPr id="25" name="Shape 22"/>
          <p:cNvSpPr/>
          <p:nvPr/>
        </p:nvSpPr>
        <p:spPr>
          <a:xfrm>
            <a:off x="749808" y="3566160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D82E"/>
          </a:solidFill>
          <a:ln w="10160">
            <a:solidFill>
              <a:srgbClr val="FFD8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49808" y="3575304"/>
            <a:ext cx="21031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1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557016"/>
            <a:ext cx="4297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detection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749808" y="3849624"/>
            <a:ext cx="210312" cy="210312"/>
          </a:xfrm>
          <a:prstGeom prst="roundRect">
            <a:avLst>
              <a:gd name="adj" fmla="val 13043"/>
            </a:avLst>
          </a:prstGeom>
          <a:solidFill>
            <a:srgbClr val="FFD82E"/>
          </a:solidFill>
          <a:ln w="10160">
            <a:solidFill>
              <a:srgbClr val="FFD8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49808" y="3858768"/>
            <a:ext cx="210312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1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840480"/>
            <a:ext cx="4297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the extraction point</a:t>
            </a:r>
            <a:endParaRPr lang="en-US" sz="1280" dirty="0"/>
          </a:p>
        </p:txBody>
      </p:sp>
      <p:sp>
        <p:nvSpPr>
          <p:cNvPr id="31" name="Shape 28"/>
          <p:cNvSpPr/>
          <p:nvPr/>
        </p:nvSpPr>
        <p:spPr>
          <a:xfrm>
            <a:off x="6455664" y="1097280"/>
            <a:ext cx="73152" cy="3008376"/>
          </a:xfrm>
          <a:prstGeom prst="rect">
            <a:avLst/>
          </a:prstGeom>
          <a:solidFill>
            <a:srgbClr val="FFD82E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6693408" y="1115568"/>
            <a:ext cx="21945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D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6693408" y="1417320"/>
            <a:ext cx="45262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B6C6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keys familiar and consistent so players can learn quickly.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693408" y="1847088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0A1624">
              <a:alpha val="92000"/>
            </a:srgbClr>
          </a:solidFill>
          <a:ln w="12700">
            <a:solidFill>
              <a:srgbClr val="15B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6693408" y="1865376"/>
            <a:ext cx="56692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WASD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351776" y="1847088"/>
            <a:ext cx="868680" cy="228600"/>
          </a:xfrm>
          <a:prstGeom prst="roundRect">
            <a:avLst>
              <a:gd name="adj" fmla="val 20000"/>
            </a:avLst>
          </a:prstGeom>
          <a:solidFill>
            <a:srgbClr val="0A1624">
              <a:alpha val="92000"/>
            </a:srgbClr>
          </a:solidFill>
          <a:ln w="12700">
            <a:solidFill>
              <a:srgbClr val="15B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7351776" y="1865376"/>
            <a:ext cx="8686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ARROWS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476488" y="1837944"/>
            <a:ext cx="28346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1240" dirty="0"/>
          </a:p>
        </p:txBody>
      </p:sp>
      <p:sp>
        <p:nvSpPr>
          <p:cNvPr id="39" name="Shape 36"/>
          <p:cNvSpPr/>
          <p:nvPr/>
        </p:nvSpPr>
        <p:spPr>
          <a:xfrm>
            <a:off x="6693408" y="2148840"/>
            <a:ext cx="4645152" cy="0"/>
          </a:xfrm>
          <a:prstGeom prst="line">
            <a:avLst/>
          </a:prstGeom>
          <a:noFill/>
          <a:ln w="8890">
            <a:solidFill>
              <a:srgbClr val="31506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693408" y="2212848"/>
            <a:ext cx="868680" cy="228600"/>
          </a:xfrm>
          <a:prstGeom prst="roundRect">
            <a:avLst>
              <a:gd name="adj" fmla="val 20000"/>
            </a:avLst>
          </a:prstGeom>
          <a:solidFill>
            <a:srgbClr val="0A1624">
              <a:alpha val="92000"/>
            </a:srgbClr>
          </a:solidFill>
          <a:ln w="12700">
            <a:solidFill>
              <a:srgbClr val="15B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6693408" y="2231136"/>
            <a:ext cx="8686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SHIFT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476488" y="2236036"/>
            <a:ext cx="28346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/ Hold</a:t>
            </a:r>
            <a:endParaRPr lang="en-US" sz="1240" dirty="0"/>
          </a:p>
        </p:txBody>
      </p:sp>
      <p:sp>
        <p:nvSpPr>
          <p:cNvPr id="43" name="Shape 40"/>
          <p:cNvSpPr/>
          <p:nvPr/>
        </p:nvSpPr>
        <p:spPr>
          <a:xfrm>
            <a:off x="6693408" y="2514600"/>
            <a:ext cx="4645152" cy="0"/>
          </a:xfrm>
          <a:prstGeom prst="line">
            <a:avLst/>
          </a:prstGeom>
          <a:noFill/>
          <a:ln w="8890">
            <a:solidFill>
              <a:srgbClr val="31506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693408" y="2578608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0A1624">
              <a:alpha val="92000"/>
            </a:srgbClr>
          </a:solidFill>
          <a:ln w="12700">
            <a:solidFill>
              <a:srgbClr val="15B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6693408" y="2596896"/>
            <a:ext cx="56692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8476488" y="2578281"/>
            <a:ext cx="28346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 / Evidence / Terminal</a:t>
            </a:r>
            <a:endParaRPr lang="en-US" sz="1240" dirty="0"/>
          </a:p>
        </p:txBody>
      </p:sp>
      <p:sp>
        <p:nvSpPr>
          <p:cNvPr id="47" name="Shape 44"/>
          <p:cNvSpPr/>
          <p:nvPr/>
        </p:nvSpPr>
        <p:spPr>
          <a:xfrm>
            <a:off x="6693408" y="2880360"/>
            <a:ext cx="4645152" cy="0"/>
          </a:xfrm>
          <a:prstGeom prst="line">
            <a:avLst/>
          </a:prstGeom>
          <a:noFill/>
          <a:ln w="8890">
            <a:solidFill>
              <a:srgbClr val="31506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693408" y="2944368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0A1624">
              <a:alpha val="92000"/>
            </a:srgbClr>
          </a:solidFill>
          <a:ln w="12700">
            <a:solidFill>
              <a:srgbClr val="15B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 txBox="1"/>
          <p:nvPr/>
        </p:nvSpPr>
        <p:spPr>
          <a:xfrm>
            <a:off x="6693408" y="2962656"/>
            <a:ext cx="56692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8476488" y="2951553"/>
            <a:ext cx="28346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</a:t>
            </a:r>
            <a:endParaRPr lang="en-US" sz="1240" dirty="0"/>
          </a:p>
        </p:txBody>
      </p:sp>
      <p:sp>
        <p:nvSpPr>
          <p:cNvPr id="51" name="Shape 48"/>
          <p:cNvSpPr/>
          <p:nvPr/>
        </p:nvSpPr>
        <p:spPr>
          <a:xfrm>
            <a:off x="6693408" y="3246120"/>
            <a:ext cx="4645152" cy="0"/>
          </a:xfrm>
          <a:prstGeom prst="line">
            <a:avLst/>
          </a:prstGeom>
          <a:noFill/>
          <a:ln w="8890">
            <a:solidFill>
              <a:srgbClr val="31506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693408" y="3310128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0A1624">
              <a:alpha val="92000"/>
            </a:srgbClr>
          </a:solidFill>
          <a:ln w="12700">
            <a:solidFill>
              <a:srgbClr val="15B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 txBox="1"/>
          <p:nvPr/>
        </p:nvSpPr>
        <p:spPr>
          <a:xfrm>
            <a:off x="6693408" y="3328416"/>
            <a:ext cx="56692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8476488" y="3291840"/>
            <a:ext cx="28346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/ Help</a:t>
            </a:r>
            <a:endParaRPr lang="en-US" sz="1240" dirty="0"/>
          </a:p>
        </p:txBody>
      </p:sp>
      <p:sp>
        <p:nvSpPr>
          <p:cNvPr id="55" name="Shape 52"/>
          <p:cNvSpPr/>
          <p:nvPr/>
        </p:nvSpPr>
        <p:spPr>
          <a:xfrm>
            <a:off x="6693408" y="3611880"/>
            <a:ext cx="4645152" cy="0"/>
          </a:xfrm>
          <a:prstGeom prst="line">
            <a:avLst/>
          </a:prstGeom>
          <a:noFill/>
          <a:ln w="8890">
            <a:solidFill>
              <a:srgbClr val="31506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6693408" y="3675888"/>
            <a:ext cx="868680" cy="228600"/>
          </a:xfrm>
          <a:prstGeom prst="roundRect">
            <a:avLst>
              <a:gd name="adj" fmla="val 20000"/>
            </a:avLst>
          </a:prstGeom>
          <a:solidFill>
            <a:srgbClr val="0A1624">
              <a:alpha val="92000"/>
            </a:srgbClr>
          </a:solidFill>
          <a:ln w="12700">
            <a:solidFill>
              <a:srgbClr val="15B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 txBox="1"/>
          <p:nvPr/>
        </p:nvSpPr>
        <p:spPr>
          <a:xfrm>
            <a:off x="6693408" y="3694176"/>
            <a:ext cx="8686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MOUSE</a:t>
            </a:r>
            <a:endParaRPr lang="en-US" sz="1050" dirty="0"/>
          </a:p>
        </p:txBody>
      </p:sp>
      <p:sp>
        <p:nvSpPr>
          <p:cNvPr id="58" name="Text 55"/>
          <p:cNvSpPr txBox="1"/>
          <p:nvPr/>
        </p:nvSpPr>
        <p:spPr>
          <a:xfrm>
            <a:off x="8476488" y="3675888"/>
            <a:ext cx="28346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Selection</a:t>
            </a:r>
            <a:endParaRPr lang="en-US" sz="1240" dirty="0"/>
          </a:p>
        </p:txBody>
      </p:sp>
      <p:sp>
        <p:nvSpPr>
          <p:cNvPr id="59" name="Shape 56"/>
          <p:cNvSpPr/>
          <p:nvPr/>
        </p:nvSpPr>
        <p:spPr>
          <a:xfrm>
            <a:off x="685800" y="4791456"/>
            <a:ext cx="292608" cy="292608"/>
          </a:xfrm>
          <a:prstGeom prst="triangle">
            <a:avLst/>
          </a:prstGeom>
          <a:solidFill>
            <a:srgbClr val="3C1118"/>
          </a:solidFill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 txBox="1"/>
          <p:nvPr/>
        </p:nvSpPr>
        <p:spPr>
          <a:xfrm>
            <a:off x="685800" y="4828032"/>
            <a:ext cx="292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78992" y="4709160"/>
            <a:ext cx="24688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4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UNDETECTED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731520" y="5266944"/>
            <a:ext cx="73152" cy="393192"/>
          </a:xfrm>
          <a:prstGeom prst="rect">
            <a:avLst/>
          </a:prstGeom>
          <a:solidFill>
            <a:srgbClr val="FF4B55"/>
          </a:solidFill>
          <a:ln w="12700">
            <a:solidFill>
              <a:srgbClr val="15B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 txBox="1"/>
          <p:nvPr/>
        </p:nvSpPr>
        <p:spPr>
          <a:xfrm>
            <a:off x="896112" y="5212080"/>
            <a:ext cx="196596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guard vision</a:t>
            </a:r>
            <a:endParaRPr lang="en-US" sz="1220" dirty="0"/>
          </a:p>
        </p:txBody>
      </p:sp>
      <p:sp>
        <p:nvSpPr>
          <p:cNvPr id="64" name="Text 61"/>
          <p:cNvSpPr txBox="1"/>
          <p:nvPr/>
        </p:nvSpPr>
        <p:spPr>
          <a:xfrm>
            <a:off x="896112" y="5440680"/>
            <a:ext cx="2057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B6C6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out of red detection cones.</a:t>
            </a:r>
            <a:endParaRPr lang="en-US" sz="1060" dirty="0"/>
          </a:p>
        </p:txBody>
      </p:sp>
      <p:sp>
        <p:nvSpPr>
          <p:cNvPr id="65" name="Shape 62"/>
          <p:cNvSpPr/>
          <p:nvPr/>
        </p:nvSpPr>
        <p:spPr>
          <a:xfrm>
            <a:off x="3246120" y="5266944"/>
            <a:ext cx="73152" cy="393192"/>
          </a:xfrm>
          <a:prstGeom prst="rect">
            <a:avLst/>
          </a:prstGeom>
          <a:solidFill>
            <a:srgbClr val="FFD82E"/>
          </a:solidFill>
          <a:ln w="12700">
            <a:solidFill>
              <a:srgbClr val="15B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3410712" y="5212080"/>
            <a:ext cx="196596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cameras</a:t>
            </a:r>
            <a:endParaRPr lang="en-US" sz="1220" dirty="0"/>
          </a:p>
        </p:txBody>
      </p:sp>
      <p:sp>
        <p:nvSpPr>
          <p:cNvPr id="67" name="Text 64"/>
          <p:cNvSpPr txBox="1"/>
          <p:nvPr/>
        </p:nvSpPr>
        <p:spPr>
          <a:xfrm>
            <a:off x="3410712" y="5440680"/>
            <a:ext cx="2057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B6C6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Cameras can detect movement.</a:t>
            </a:r>
            <a:endParaRPr lang="en-US" sz="1060" dirty="0"/>
          </a:p>
        </p:txBody>
      </p:sp>
      <p:sp>
        <p:nvSpPr>
          <p:cNvPr id="68" name="Shape 65"/>
          <p:cNvSpPr/>
          <p:nvPr/>
        </p:nvSpPr>
        <p:spPr>
          <a:xfrm>
            <a:off x="5760720" y="5266944"/>
            <a:ext cx="73152" cy="393192"/>
          </a:xfrm>
          <a:prstGeom prst="rect">
            <a:avLst/>
          </a:prstGeom>
          <a:solidFill>
            <a:srgbClr val="49E383"/>
          </a:solidFill>
          <a:ln w="12700">
            <a:solidFill>
              <a:srgbClr val="15B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 txBox="1"/>
          <p:nvPr/>
        </p:nvSpPr>
        <p:spPr>
          <a:xfrm>
            <a:off x="5925312" y="5212080"/>
            <a:ext cx="196596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2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cover</a:t>
            </a:r>
            <a:endParaRPr lang="en-US" sz="1220" dirty="0"/>
          </a:p>
        </p:txBody>
      </p:sp>
      <p:sp>
        <p:nvSpPr>
          <p:cNvPr id="70" name="Text 67"/>
          <p:cNvSpPr txBox="1"/>
          <p:nvPr/>
        </p:nvSpPr>
        <p:spPr>
          <a:xfrm>
            <a:off x="5925312" y="5440680"/>
            <a:ext cx="2057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B6C6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 behind objects when needed.</a:t>
            </a:r>
            <a:endParaRPr lang="en-US" sz="1060" dirty="0"/>
          </a:p>
        </p:txBody>
      </p:sp>
      <p:sp>
        <p:nvSpPr>
          <p:cNvPr id="71" name="Shape 68"/>
          <p:cNvSpPr/>
          <p:nvPr/>
        </p:nvSpPr>
        <p:spPr>
          <a:xfrm>
            <a:off x="9034272" y="4974336"/>
            <a:ext cx="2423160" cy="621792"/>
          </a:xfrm>
          <a:prstGeom prst="roundRect">
            <a:avLst>
              <a:gd name="adj" fmla="val 7353"/>
            </a:avLst>
          </a:prstGeom>
          <a:solidFill>
            <a:srgbClr val="FFD82E"/>
          </a:solidFill>
          <a:ln w="15240">
            <a:solidFill>
              <a:srgbClr val="FFD82E"/>
            </a:solidFill>
            <a:prstDash val="solid"/>
          </a:ln>
          <a:effectLst>
            <a:outerShdw blurRad="254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 txBox="1"/>
          <p:nvPr/>
        </p:nvSpPr>
        <p:spPr>
          <a:xfrm>
            <a:off x="9208008" y="5102352"/>
            <a:ext cx="21031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MISSION  ▶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124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>SWE 6783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Briefing Wireframe</dc:title>
  <dc:subject>Pixel Rebellion UX Wireframe</dc:subject>
  <dc:creator>Victor Nnadi</dc:creator>
  <cp:lastModifiedBy>Victor Nnadi</cp:lastModifiedBy>
  <cp:revision>2</cp:revision>
  <dcterms:created xsi:type="dcterms:W3CDTF">2026-09-28T23:33:58Z</dcterms:created>
  <dcterms:modified xsi:type="dcterms:W3CDTF">2026-09-29T14:27:14Z</dcterms:modified>
</cp:coreProperties>
</file>