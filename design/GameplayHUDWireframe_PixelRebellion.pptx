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260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top_down_pixel_art_nighttime_stealth_bas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A12">
              <a:alpha val="58000"/>
            </a:srgbClr>
          </a:solidFill>
          <a:ln w="12700">
            <a:solidFill>
              <a:srgbClr val="020A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201168" y="146304"/>
            <a:ext cx="11786616" cy="658368"/>
          </a:xfrm>
          <a:prstGeom prst="roundRect">
            <a:avLst>
              <a:gd name="adj" fmla="val 11111"/>
            </a:avLst>
          </a:prstGeom>
          <a:solidFill>
            <a:srgbClr val="03111D">
              <a:alpha val="95000"/>
            </a:srgbClr>
          </a:solidFill>
          <a:ln w="12700">
            <a:solidFill>
              <a:srgbClr val="0EA5E9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0624" y="237744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7CE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 REBELLION: SHADOW PROTOCOL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697480" y="237744"/>
            <a:ext cx="0" cy="420624"/>
          </a:xfrm>
          <a:prstGeom prst="line">
            <a:avLst/>
          </a:prstGeom>
          <a:noFill/>
          <a:ln w="12700">
            <a:solidFill>
              <a:srgbClr val="1F6C9C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852928" y="21945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852928" y="393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895344" y="21945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895344" y="393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5D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♥ ♥ ♥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19472" y="21945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19472" y="393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4F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/ 4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943600" y="21945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943600" y="393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E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67728" y="21945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967728" y="393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4F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01000" y="21945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001000" y="393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499273" y="320040"/>
            <a:ext cx="1177615" cy="256032"/>
          </a:xfrm>
          <a:prstGeom prst="rect">
            <a:avLst/>
          </a:prstGeom>
          <a:solidFill>
            <a:srgbClr val="0A2236"/>
          </a:solidFill>
          <a:ln w="12700">
            <a:solidFill>
              <a:srgbClr val="12C8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ESC: PAUSE/ HELP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180576" y="1024128"/>
            <a:ext cx="2734056" cy="2606040"/>
          </a:xfrm>
          <a:prstGeom prst="roundRect">
            <a:avLst>
              <a:gd name="adj" fmla="val 2807"/>
            </a:avLst>
          </a:prstGeom>
          <a:solidFill>
            <a:srgbClr val="07131E">
              <a:alpha val="93000"/>
            </a:srgbClr>
          </a:solidFill>
          <a:ln w="15240">
            <a:solidFill>
              <a:srgbClr val="FFE12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454896" y="120700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E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TRACKER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9454896" y="1527048"/>
            <a:ext cx="2029968" cy="0"/>
          </a:xfrm>
          <a:prstGeom prst="line">
            <a:avLst/>
          </a:prstGeom>
          <a:noFill/>
          <a:ln w="12700">
            <a:solidFill>
              <a:srgbClr val="665A16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464040" y="171907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Objective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464040" y="19202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and collect evidence.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464040" y="22860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F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0 / 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464040" y="26151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E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Terminal: Locked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464040" y="29443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5D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Extraction: Locked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464040" y="3246120"/>
            <a:ext cx="2039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Unlock extraction after required evidence is collected.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2788920" y="5742432"/>
            <a:ext cx="6638544" cy="640080"/>
          </a:xfrm>
          <a:prstGeom prst="roundRect">
            <a:avLst>
              <a:gd name="adj" fmla="val 11429"/>
            </a:avLst>
          </a:prstGeom>
          <a:solidFill>
            <a:srgbClr val="03111D">
              <a:alpha val="97000"/>
            </a:srgbClr>
          </a:solidFill>
          <a:ln w="13970">
            <a:solidFill>
              <a:srgbClr val="12C8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063240" y="58978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PROMPT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590288" y="5879592"/>
            <a:ext cx="329184" cy="274320"/>
          </a:xfrm>
          <a:prstGeom prst="rect">
            <a:avLst/>
          </a:prstGeom>
          <a:solidFill>
            <a:srgbClr val="0A2236"/>
          </a:solidFill>
          <a:ln w="12700">
            <a:solidFill>
              <a:srgbClr val="12C8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047488" y="5870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Evidence / Use Terminal / Hide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5065776" y="6144768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appears when the player is close enough to interact.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74320" y="5715000"/>
            <a:ext cx="2212848" cy="685800"/>
          </a:xfrm>
          <a:prstGeom prst="roundRect">
            <a:avLst>
              <a:gd name="adj" fmla="val 10667"/>
            </a:avLst>
          </a:prstGeom>
          <a:solidFill>
            <a:srgbClr val="03111D">
              <a:alpha val="95000"/>
            </a:srgbClr>
          </a:solidFill>
          <a:ln w="12700">
            <a:solidFill>
              <a:srgbClr val="0EA5E9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02920" y="5870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WASD / ARROWS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691640" y="58704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02920" y="611733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15568" y="61173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664208" y="61173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892808" y="61173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F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9765792" y="571500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19070C">
              <a:alpha val="97000"/>
            </a:srgbClr>
          </a:solidFill>
          <a:ln w="15240">
            <a:solidFill>
              <a:srgbClr val="FF4D5E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10021824" y="58704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10140696" y="60807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D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87</Words>
  <Application>Microsoft Office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SWE 6783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 Rebellion Gameplay HUD Wireframe</dc:title>
  <dc:subject>Gameplay HUD Wireframe</dc:subject>
  <dc:creator>Victor Nnadi / Team Pixel Rebellion</dc:creator>
  <cp:lastModifiedBy>Victor Nnadi</cp:lastModifiedBy>
  <cp:revision>3</cp:revision>
  <dcterms:created xsi:type="dcterms:W3CDTF">2026-09-29T15:38:49Z</dcterms:created>
  <dcterms:modified xsi:type="dcterms:W3CDTF">2026-09-29T16:42:49Z</dcterms:modified>
</cp:coreProperties>
</file>